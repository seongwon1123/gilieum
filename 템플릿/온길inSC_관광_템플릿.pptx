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순천대학교 인공지능공학부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관광코스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시스템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스마트 관광 서비스 · 지역 상생 플랫폼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0" y="128016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55448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2194560"/>
            <a:ext cx="1005840" cy="10058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2423160"/>
            <a:ext cx="548640" cy="5486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3977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팀원: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홍길동, 김철수, 이영희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지도교수: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OOO 교수님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217920" y="4160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2025년 O월 O일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 및 필요성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상생 및 청년 정주 기여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목표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및 성능 평가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연구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연구 배경 및 필요성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정보 분산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플랫폼에 산재된 정보로 관광객의 계획 수립 어려움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 서비스 부재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취향·일정 미반영으로 획일적 추천 제공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280160"/>
            <a:ext cx="2651760" cy="7315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544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관광지 홍보 한계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63640" y="2788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알려지지 않은 숨은 명소의 노출 기회 부족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2563EB">
              <a:alpha val="90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3977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 방안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0080" y="4343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맞춤형 관광코스 추천으로 관광객 만족도 향상 및 지역 소상공인과의 상생 협력 구현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지역 상생 및 청년 정주 기여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소상공인과의 상생 협력 · 청년 정주 환경 조성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17830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9659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소상공인 상생 협력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관광 명소 인근 상점 노출 확대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관광객 동선 기반 상권 활성화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소상공인 정보 무료 등록 지원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특산물·기념품 판매 연계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178308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청년 정주 환경 기여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30632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매력 발굴로 정주 유인 강화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관광 산업 기반 청년 일자리 창출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커뮤니티 활성화 기여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청년 창업 관광 벤처 연계 가능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효과: 지역 경제 선순환 구조 구축 및 청년 유출 방지를 통한 지속 가능한 지역 발전 실현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연구 목표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지역 관광코스 개인화 추천 시스템 개발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0292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 데이터 통합 구축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관광지, 축제, 체험 프로그램 정보 수집 및 벡터화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50292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2880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기반 코스 생성 엔진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취향·일정·동선을 고려한 최적 코스 자동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37560"/>
            <a:ext cx="502920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375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상생 연계 시스템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 인근 소상공인 정보 연동 및 노출 기능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37560"/>
            <a:ext cx="40233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337560"/>
            <a:ext cx="502920" cy="1325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337560"/>
            <a:ext cx="502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94960" y="3520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친화적 인터페이스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기반 시각화 및 모바일 최적화 서비스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시스템 아키텍처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5EEAD4">
              <a:alpha val="85000"/>
            </a:srgbClr>
          </a:solidFill>
          <a:ln w="19050">
            <a:solidFill>
              <a:srgbClr val="5EEA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630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Mobile App / 지도 시각화 / API Gateway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14B8A6">
              <a:alpha val="85000"/>
            </a:srgbClr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46304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코스 생성 / 추천 서비스 / 소상공인 연계 모듈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2563EB">
              <a:alpha val="85000"/>
            </a:srgbClr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40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46304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(관광지) / PostgreSQL / 소상공인 DB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297680" y="2240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▼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297680" y="3429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스택: Python, FastAPI, LangChain, ChromaDB, React, Leaflet/Mapbox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핵심 기술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관광 지식 베이스 활용으로 최신 정보 반영 및 정확한 코스 생성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2344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8348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 설명을 벡터화하여 사용자 쿼리와 의미적 유사도 기반 검색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9184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최적화 알고리즘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8580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기반 최적 동선 계산 및 이동 시간 고려 코스 배치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754880" y="30632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23560" y="3291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 시각화 API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8348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Leaflet/Mapbox 연동으로 직관적인 코스 지도 표시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시스템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구현 기능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기반 관광지 검색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선호도 맞춤 코스 생성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76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일정·예산 고려 최적 동선 설계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관광지 인근 소상공인 추천 연계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날씨·혼잡도 정보 반영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16" name="Text 9"/>
          <p:cNvSpPr/>
          <p:nvPr/>
        </p:nvSpPr>
        <p:spPr>
          <a:xfrm>
            <a:off x="502920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스크린샷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(지도 기반 코스 화면)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5EEAD4">
              <a:alpha val="5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Leaflet  |  Backend: FastAPI + LangChain  |  DB: ChromaDB +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결과 및 성능 평가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추천 정확도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만족 코스 비율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X.Xs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응답 시간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생성 속도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소상공인 연계율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코스당 평균 연계 업체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비교 차트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(기존 관광 앱 vs 제안 시스템)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결론 및 향후 연구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결론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828800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연구의 주요 성과: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기반 맞춤형 관광코스 추천 구현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소상공인 연계 상생 모델 제시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청년 일자리 창출 기반 마련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지역 관광 활성화 가능성 검증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연구 방향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182880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다국어 지원 (영어, 중국어, 일본어)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 기반 현장 가이드 기능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실시간 교통 정보 연동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타 지역 확장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청년 관광 스타트업 연계 프로그램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핵심 기대효과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 관광 산업 활성화 → 소상공인 매출 증대 → 청년 일자리 창출 → 청년 정주 환경 개선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질문이 있으시면 말씀해 주세요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0" y="1097280"/>
            <a:ext cx="1371600" cy="1371600"/>
          </a:xfrm>
          <a:prstGeom prst="ellipse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2286000"/>
            <a:ext cx="1645920" cy="1645920"/>
          </a:xfrm>
          <a:prstGeom prst="ellipse">
            <a:avLst/>
          </a:prstGeom>
          <a:solidFill>
            <a:srgbClr val="14B8A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3200400"/>
            <a:ext cx="1097280" cy="1097280"/>
          </a:xfrm>
          <a:prstGeom prst="ellipse">
            <a:avLst/>
          </a:prstGeom>
          <a:solidFill>
            <a:srgbClr val="5EEAD4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114800"/>
            <a:ext cx="5029200" cy="777240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51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연락처: example@scnu.ac.kr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 관광코스 추천 시스템</dc:title>
  <dc:subject>졸업작품 보고서 - 관광</dc:subject>
  <dc:creator>순천대학교 인공지능공학부</dc:creator>
  <cp:lastModifiedBy>순천대학교 인공지능공학부</cp:lastModifiedBy>
  <cp:revision>1</cp:revision>
  <dcterms:created xsi:type="dcterms:W3CDTF">2026-01-27T07:24:47Z</dcterms:created>
  <dcterms:modified xsi:type="dcterms:W3CDTF">2026-01-27T07:24:47Z</dcterms:modified>
</cp:coreProperties>
</file>