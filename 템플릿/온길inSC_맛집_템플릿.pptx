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06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순천대학교 인공지능공학부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맛집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시스템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맛집 큐레이션 · 소상공인 상생 플랫폼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280160"/>
            <a:ext cx="1188720" cy="11887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21945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423160"/>
            <a:ext cx="548640" cy="548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31520" y="3977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홍길동, 김철수, 이영희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 교수님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21792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O월 O일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 및 필요성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상생 및 청년 정주 기여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목표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및 성능 평가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연구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연구 배경 및 필요성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맛집 정보 신뢰도 문제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광고성 리뷰와 조작된 평점으로 신뢰할 수 있는 정보 부족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544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취향 미반영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음식 선호도, 식이 제한 등 개인화 부족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544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맛집 노출 한계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예산 부족한 소상공인의 홍보 기회 부재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97316">
              <a:alpha val="90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6400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방안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신뢰도 높은 맛집 추천으로 사용자 만족도 향상 및 지역 소상공인 상생 협력 실현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지역 상생 및 청년 정주 기여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소상공인과의 상생 협력 · 청년 정주 환경 조성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0" y="178308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소상공인 상생 협력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소규모 맛집·카페 홍보 기회 제공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리뷰 기반 신뢰도 높은 추천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소상공인 정보 무료 등록 지원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식재료 활용 업체 우선 노출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청년 정주 환경 기여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생활 편의성 향상으로 정주 유인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외식업 기반 청년 창업 지원 연계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식문화 콘텐츠 청년 일자리 창출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귀농·귀촌 청년 생활 정보 제공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효과: 지역 경제 선순환 구조 구축 및 청년 유출 방지를 통한 지속 가능한 지역 발전 실현</a:t>
            </a:r>
            <a:endParaRPr 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05830E-FC66-998D-F2DB-12E2073172E0}"/>
              </a:ext>
            </a:extLst>
          </p:cNvPr>
          <p:cNvSpPr txBox="1"/>
          <p:nvPr/>
        </p:nvSpPr>
        <p:spPr>
          <a:xfrm>
            <a:off x="5087983" y="320040"/>
            <a:ext cx="2142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(</a:t>
            </a:r>
            <a:r>
              <a:rPr lang="ko-KR" altLang="en-US" b="1" dirty="0">
                <a:solidFill>
                  <a:schemeClr val="bg1"/>
                </a:solidFill>
              </a:rPr>
              <a:t>강조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연구 목표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지역 맛집 개인화 추천 시스템 개발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02920" cy="1325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맛집 데이터 통합 구축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맛집, 메뉴, 리뷰 정보 수집 및 신뢰도 분석 체계화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502920" cy="1325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추천 엔진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취향·상황·예산을 고려한 맞춤형 맛집 추천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502920" cy="1325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 상생 시스템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맛집 노출 기회 확대 및 무료 등록 지원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3337560"/>
            <a:ext cx="502920" cy="1325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친화적 인터페이스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요약, 메뉴 추천, 예약 연동 등 편의 기능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시스템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5EEAD4">
              <a:alpha val="85000"/>
            </a:srgbClr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Mobile App / 리뷰 요약 UI / API Gateway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14B8A6">
              <a:alpha val="85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추천 엔진 / 리뷰 분석 / 소상공인 등록 모듈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97316">
              <a:alpha val="85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0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6304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(맛집·리뷰) / PostgreSQL / 소상공인 DB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29768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▼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297680" y="3429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스택: Python, FastAPI, LangChain, ChromaDB, React, Sentiment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핵심 기술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맛집 정보와 리뷰 데이터 기반 맥락에 맞는 추천 응답 생성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8348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메뉴·분위기·리뷰를 벡터화하여 의미적 유사도 기반 검색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918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분석 (Sentiment Analysis)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858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텍스트에서 긍정/부정 요소 추출 및 신뢰도 점수화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918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요약 생성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8348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기반 다수 리뷰의 핵심 포인트 자동 요약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시스템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구현 기능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기반 맛집 검색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88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취향 맞춤 추천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17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리뷰 요약 및 신뢰도 표시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 무료 등록 시스템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추천 및 가격대 필터링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9"/>
          <p:cNvSpPr/>
          <p:nvPr/>
        </p:nvSpPr>
        <p:spPr>
          <a:xfrm>
            <a:off x="502920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스크린샷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(맛집 추천 화면)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5EEAD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TailwindCSS  |  Backend: FastAPI + LangChain  |  DB: ChromaDB +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결과 및 성능 평가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정확도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만족 추천 비율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응답 시간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생성 속도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XXX건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 등록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등록 업체 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비교 차트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(기존 맛집 앱 vs 제안 시스템)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결론 및 향후 연구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결론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828800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연구의 주요 성과: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기반 신뢰도 높은 맛집 추천 구현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소상공인 무료 홍보 채널 제공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청년 외식업 창업 지원 기반 마련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식문화 활성화 가능성 검증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931920" cy="182880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다국어 메뉴 번역 지원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음식 사진 기반 메뉴 인식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예약·주문 연동 시스템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타 지역 확장 적용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청년 외식업 창업 컨설팅 연계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핵심 기대효과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맛집 활성화 → 소상공인 매출 증대 → 청년 창업 기회 확대 → 청년 정주 환경 개선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있으시면 말씀해 주세요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1371600" cy="1371600"/>
          </a:xfrm>
          <a:prstGeom prst="ellipse">
            <a:avLst/>
          </a:prstGeom>
          <a:solidFill>
            <a:srgbClr val="F97316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0" y="2286000"/>
            <a:ext cx="1645920" cy="164592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0" y="3200400"/>
            <a:ext cx="1097280" cy="1097280"/>
          </a:xfrm>
          <a:prstGeom prst="ellipse">
            <a:avLst/>
          </a:prstGeom>
          <a:solidFill>
            <a:srgbClr val="5EEAD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029200" cy="777240"/>
          </a:xfrm>
          <a:prstGeom prst="rect">
            <a:avLst/>
          </a:prstGeom>
          <a:solidFill>
            <a:srgbClr val="F97316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연락처: example@scnu.ac.kr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626</Words>
  <Application>Microsoft Office PowerPoint</Application>
  <PresentationFormat>화면 슬라이드 쇼(16:9)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지역 맛집 추천 시스템</dc:title>
  <dc:subject>졸업작품 보고서 - 맛집</dc:subject>
  <dc:creator>순천대학교 인공지능공학부</dc:creator>
  <cp:lastModifiedBy>최성원</cp:lastModifiedBy>
  <cp:revision>2</cp:revision>
  <dcterms:created xsi:type="dcterms:W3CDTF">2026-01-27T07:24:52Z</dcterms:created>
  <dcterms:modified xsi:type="dcterms:W3CDTF">2026-01-27T07:43:18Z</dcterms:modified>
</cp:coreProperties>
</file>