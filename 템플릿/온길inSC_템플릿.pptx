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57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순천대학교 인공지능공학부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관광코스 및 맛집</a:t>
            </a:r>
            <a:endParaRPr lang="en-US" sz="40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시스템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개인화 추천 서비스 개발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280160"/>
            <a:ext cx="1097280" cy="10972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50876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0" y="2011680"/>
            <a:ext cx="1097280" cy="10972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240280"/>
            <a:ext cx="640080" cy="6400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731520" y="3977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홍길동, 김철수, 이영희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지도교수: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OOO 교수님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21792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O월 O일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배경 및 필요성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목표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 및 전처리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548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및 성능 평가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39776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548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향후 연구</a:t>
            </a:r>
            <a:endParaRPr 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15F7D5-E1A4-D97F-2424-8404EB624991}"/>
              </a:ext>
            </a:extLst>
          </p:cNvPr>
          <p:cNvSpPr txBox="1"/>
          <p:nvPr/>
        </p:nvSpPr>
        <p:spPr>
          <a:xfrm>
            <a:off x="4663440" y="4630784"/>
            <a:ext cx="3317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목차 </a:t>
            </a:r>
            <a:r>
              <a:rPr lang="ko-KR" altLang="en-US" dirty="0" err="1"/>
              <a:t>낫밷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/>
              <a:t>추가할 건 추가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연구 배경 및 필요성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관광 정보 분산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관광객의 정보 수집에 많은 시간과 노력 필요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5544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 추천 부재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선호도 미반영으로 만족도 저하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55448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경제 활성화 필요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6364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숨겨진 지역 맛집과 관광지 홍보 부족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0D9488">
              <a:alpha val="9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64008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방안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080" y="4343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개인화 추천 시스템을 통해 사용자 맞춤형 관광코스와 맛집을 추천하고, 지역 경제 활성화에 기여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연구 목표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지역 관광 및 맛집 개인화 추천 시스템 개발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02920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 파이프라인 구축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관광지 및 맛집 정보 크롤링 및 전처리 시스템 개발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502920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기반 추천 엔진 개발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DB와 LLM을 활용한 맥락 기반 추천 알고리즘 구현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502920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인터페이스 개발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직관적인 웹/모바일 서비스 인터페이스 구현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33756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54880" y="3337560"/>
            <a:ext cx="502920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54880" y="333756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평가 및 최적화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정확도 및 사용자 만족도 측정, 모델 개선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시스템 아키텍처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5EEAD4">
              <a:alpha val="85000"/>
            </a:srgbClr>
          </a:solidFill>
          <a:ln w="190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/ Mobile App / API Gateway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14B8A6">
              <a:alpha val="85000"/>
            </a:srgbClr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517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46304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 / Recommendation Service / User Service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0D9488">
              <a:alpha val="85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404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6304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/ PostgreSQL / Redis Cache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297680" y="2240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▼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297680" y="3429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▼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스택: Python, FastAPI, LangChain, ChromaDB, React, Docker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핵심 기술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지식 베이스를 활용하여 LLM의 응답 품질과 정확성을 향상시키는 기술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2344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630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8348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텍스트를 벡터로 변환하여 의미적 유사도 기반 검색을 가능하게 하는 데이터베이스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918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Framework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8580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애플리케이션 개발을 위한 오픈소스 프레임워크로 체인 구성 및 에이전트 구현 지원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2918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알고리즘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98348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 필터링과 콘텐츠 기반 필터링을 결합한 하이브리드 추천 시스템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데이터 수집 및 전처리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소스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920240" cy="50292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한국관광공사 Tour API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645920"/>
            <a:ext cx="1920240" cy="50292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560320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플레이스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1920240" cy="50292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공공데이터포털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파이프라인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828800" cy="640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8346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606040" y="2834640"/>
            <a:ext cx="1828800" cy="640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0604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 및 정규화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8346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1828800" cy="640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생성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8346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03720" y="2834640"/>
            <a:ext cx="182880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90372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저장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데이터 통계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관광지: X,XXX건  |  맛집: X,XXX건  |  리뷰: XX,XXX건  |  이미지: X,XXX건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시스템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구현 기능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기반 관광지/맛집 검색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488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선호도 기반 개인화 추천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5176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 동선 관광 코스 생성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5468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리뷰 및 평점 반영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기반 주변 추천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9"/>
          <p:cNvSpPr/>
          <p:nvPr/>
        </p:nvSpPr>
        <p:spPr>
          <a:xfrm>
            <a:off x="5029200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스크린샷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(구현 화면 삽입)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5EEAD4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React.js + Tailwind CSS  |  Backend: FastAPI + LangChain  |  DB: ChromaDB +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결과 및 성능 평가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정확도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9184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X.Xs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시간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응답 속도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12648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X.X/5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만족도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조사 결과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비교 차트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(기존 시스템 vs 제안 시스템)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결론 및 향후 연구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결론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164592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연구에서는 RAG 기반의 AI 추천 시스템을 개발하여 다음을 달성하였습니다: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사용자 맞춤형 관광 추천 구현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자연어 기반 직관적 인터페이스 제공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지역 관광 활성화 기여 가능성 확인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연구 방향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3931920" cy="1645920"/>
          </a:xfrm>
          <a:prstGeom prst="rect">
            <a:avLst/>
          </a:prstGeom>
          <a:solidFill>
            <a:srgbClr val="F97316">
              <a:alpha val="9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다국어 지원 (영어, 중국어, 일본어)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실시간 날씨/교통 정보 연동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소셜 미디어 트렌드 분석 반영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 기반 현장 가이드 기능 추가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타 지역 확장 적용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효과: 지역 관광 산업 활성화 및 데이터 기반 스마트 관광 서비스 실현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질문이 있으시면 말씀해 주세요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097280"/>
            <a:ext cx="1371600" cy="1371600"/>
          </a:xfrm>
          <a:prstGeom prst="ellipse">
            <a:avLst/>
          </a:prstGeom>
          <a:solidFill>
            <a:srgbClr val="0D9488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0" y="2286000"/>
            <a:ext cx="1645920" cy="1645920"/>
          </a:xfrm>
          <a:prstGeom prst="ellipse">
            <a:avLst/>
          </a:prstGeom>
          <a:solidFill>
            <a:srgbClr val="14B8A6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0" y="3200400"/>
            <a:ext cx="1097280" cy="1097280"/>
          </a:xfrm>
          <a:prstGeom prst="ellipse">
            <a:avLst/>
          </a:prstGeom>
          <a:solidFill>
            <a:srgbClr val="5EEAD4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029200" cy="77724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 연락처: example@scnu.ac.kr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571</Words>
  <Application>Microsoft Office PowerPoint</Application>
  <PresentationFormat>화면 슬라이드 쇼(16:9)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지역 관광코스 및 맛집 추천 시스템</dc:title>
  <dc:subject>졸업작품 보고서</dc:subject>
  <dc:creator>순천대학교 인공지능공학부</dc:creator>
  <cp:lastModifiedBy>최성원</cp:lastModifiedBy>
  <cp:revision>2</cp:revision>
  <dcterms:created xsi:type="dcterms:W3CDTF">2026-01-27T05:53:35Z</dcterms:created>
  <dcterms:modified xsi:type="dcterms:W3CDTF">2026-01-27T07:17:13Z</dcterms:modified>
</cp:coreProperties>
</file>